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fe7e9aff1d4d15" /><Relationship Type="http://schemas.openxmlformats.org/officeDocument/2006/relationships/extended-properties" Target="/docProps/app.xml" Id="R11e474ead3e24bec" /><Relationship Type="http://schemas.openxmlformats.org/officeDocument/2006/relationships/officeDocument" Target="/ppt/presentation.xml" Id="R257ccddbe079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0527ece879444e"/>
  </p:sldMasterIdLst>
  <p:notesMasterIdLst>
    <p:notesMasterId xmlns:r="http://schemas.openxmlformats.org/officeDocument/2006/relationships" r:id="Rbb404786e2d24e7e"/>
  </p:notesMasterIdLst>
  <p:sldIdLst>
    <p:sldId xmlns:r="http://schemas.openxmlformats.org/officeDocument/2006/relationships" id="256" r:id="R5240a60768fb428f"/>
    <p:sldId xmlns:r="http://schemas.openxmlformats.org/officeDocument/2006/relationships" id="257" r:id="Rd4ef2f4116ad4908"/>
    <p:sldId xmlns:r="http://schemas.openxmlformats.org/officeDocument/2006/relationships" id="258" r:id="Rcd8c7d5bac03478e"/>
    <p:sldId xmlns:r="http://schemas.openxmlformats.org/officeDocument/2006/relationships" id="259" r:id="R6a52e0583f2046ba"/>
    <p:sldId xmlns:r="http://schemas.openxmlformats.org/officeDocument/2006/relationships" id="260" r:id="Rae3125ddb21140b1"/>
    <p:sldId xmlns:r="http://schemas.openxmlformats.org/officeDocument/2006/relationships" id="261" r:id="R608901e627754f64"/>
    <p:sldId xmlns:r="http://schemas.openxmlformats.org/officeDocument/2006/relationships" id="262" r:id="R272a3684c395477e"/>
    <p:sldId xmlns:r="http://schemas.openxmlformats.org/officeDocument/2006/relationships" id="263" r:id="Ra7592e96722e41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5be60b5a264f44" /><Relationship Type="http://schemas.openxmlformats.org/officeDocument/2006/relationships/slideMaster" Target="/ppt/slideMasters/slideMaster1.xml" Id="R5b0527ece879444e" /><Relationship Type="http://schemas.openxmlformats.org/officeDocument/2006/relationships/notesMaster" Target="/ppt/notesMasters/notesMaster1.xml" Id="Rbb404786e2d24e7e" /><Relationship Type="http://schemas.openxmlformats.org/officeDocument/2006/relationships/presProps" Target="/ppt/presProps.xml" Id="R3b7f25a807e94a3f" /><Relationship Type="http://schemas.openxmlformats.org/officeDocument/2006/relationships/tableStyles" Target="/ppt/tableStyles.xml" Id="Rbd6371c683b449c5" /><Relationship Type="http://schemas.openxmlformats.org/officeDocument/2006/relationships/slide" Target="/ppt/slides/slide1.xml" Id="R5240a60768fb428f" /><Relationship Type="http://schemas.openxmlformats.org/officeDocument/2006/relationships/slide" Target="/ppt/slides/slide2.xml" Id="Rd4ef2f4116ad4908" /><Relationship Type="http://schemas.openxmlformats.org/officeDocument/2006/relationships/slide" Target="/ppt/slides/slide3.xml" Id="Rcd8c7d5bac03478e" /><Relationship Type="http://schemas.openxmlformats.org/officeDocument/2006/relationships/slide" Target="/ppt/slides/slide4.xml" Id="R6a52e0583f2046ba" /><Relationship Type="http://schemas.openxmlformats.org/officeDocument/2006/relationships/slide" Target="/ppt/slides/slide5.xml" Id="Rae3125ddb21140b1" /><Relationship Type="http://schemas.openxmlformats.org/officeDocument/2006/relationships/slide" Target="/ppt/slides/slide6.xml" Id="R608901e627754f64" /><Relationship Type="http://schemas.openxmlformats.org/officeDocument/2006/relationships/slide" Target="/ppt/slides/slide7.xml" Id="R272a3684c395477e" /><Relationship Type="http://schemas.openxmlformats.org/officeDocument/2006/relationships/slide" Target="/ppt/slides/slide8.xml" Id="Ra7592e96722e41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f04dea815147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47da1a36b4dc3" /><Relationship Type="http://schemas.openxmlformats.org/officeDocument/2006/relationships/notesMaster" Target="/ppt/notesMasters/notesMaster1.xml" Id="Rac4c5cbfa6c24d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1172472a0345dd" /><Relationship Type="http://schemas.openxmlformats.org/officeDocument/2006/relationships/notesMaster" Target="/ppt/notesMasters/notesMaster1.xml" Id="R6c7b27e1179043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eb8033bf094391" /><Relationship Type="http://schemas.openxmlformats.org/officeDocument/2006/relationships/notesMaster" Target="/ppt/notesMasters/notesMaster1.xml" Id="R270266e595b340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1f0ed3ae9e4bae" /><Relationship Type="http://schemas.openxmlformats.org/officeDocument/2006/relationships/notesMaster" Target="/ppt/notesMasters/notesMaster1.xml" Id="Rebe6470cd83a43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8bc7305c844200" /><Relationship Type="http://schemas.openxmlformats.org/officeDocument/2006/relationships/notesMaster" Target="/ppt/notesMasters/notesMaster1.xml" Id="R15be660388c34f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f54f39478b4d57" /><Relationship Type="http://schemas.openxmlformats.org/officeDocument/2006/relationships/notesMaster" Target="/ppt/notesMasters/notesMaster1.xml" Id="Rf1ec434f40594f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b6a23081354321" /><Relationship Type="http://schemas.openxmlformats.org/officeDocument/2006/relationships/notesMaster" Target="/ppt/notesMasters/notesMaster1.xml" Id="R1a8f3aae4c2e4e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f07ad250ba416b" /><Relationship Type="http://schemas.openxmlformats.org/officeDocument/2006/relationships/notesMaster" Target="/ppt/notesMasters/notesMaster1.xml" Id="R728a5ff438364b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36180a9c44b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a8000d46b048f8" /><Relationship Type="http://schemas.openxmlformats.org/officeDocument/2006/relationships/slideLayout" Target="/ppt/slideLayouts/slideLayout1.xml" Id="R452a4eb59e1945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2a4eb59e1945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f8afa8824139" /><Relationship Type="http://schemas.openxmlformats.org/officeDocument/2006/relationships/image" Target="/ppt/media/image.png" Id="Rfb5cf8ab746040cb" /><Relationship Type="http://schemas.openxmlformats.org/officeDocument/2006/relationships/notesSlide" Target="/ppt/notesSlides/notesSlide1.xml" Id="Rde6476d43a7043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edf71d80445e0" /><Relationship Type="http://schemas.openxmlformats.org/officeDocument/2006/relationships/notesSlide" Target="/ppt/notesSlides/notesSlide2.xml" Id="R52713df9620a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d050c4be24b38" /><Relationship Type="http://schemas.openxmlformats.org/officeDocument/2006/relationships/notesSlide" Target="/ppt/notesSlides/notesSlide3.xml" Id="R58b04fcc6ce2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15375e0af41e5" /><Relationship Type="http://schemas.openxmlformats.org/officeDocument/2006/relationships/notesSlide" Target="/ppt/notesSlides/notesSlide4.xml" Id="R6d23bcc7f9e94a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9342d5c0b4a4e" /><Relationship Type="http://schemas.openxmlformats.org/officeDocument/2006/relationships/notesSlide" Target="/ppt/notesSlides/notesSlide5.xml" Id="R10aab59207d642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8b707acb24c6b" /><Relationship Type="http://schemas.openxmlformats.org/officeDocument/2006/relationships/notesSlide" Target="/ppt/notesSlides/notesSlide6.xml" Id="R54c24bbba1d342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968555ebc4724" /><Relationship Type="http://schemas.openxmlformats.org/officeDocument/2006/relationships/notesSlide" Target="/ppt/notesSlides/notesSlide7.xml" Id="R6ecbdfc95d604e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f4f29d11a45c9" /><Relationship Type="http://schemas.openxmlformats.org/officeDocument/2006/relationships/notesSlide" Target="/ppt/notesSlides/notesSlide8.xml" Id="R4925265b3d6f43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cf8ab746040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ADA14-0CFC-46D5-987D-A7087371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BloodConnect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23693-C962-41EF-82E6-10CF1399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7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Technical overview and implementation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38A4F-90F5-424A-B9AF-13D6390D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2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2335"/>
                </a:solidFill>
                <a:latin typeface="Arial"/>
                <a:ea typeface="Arial"/>
                <a:cs typeface="Arial"/>
              </a:rPr>
              <a:t>React • Spring Boot • PostgreSQL • Docker</a:t>
            </a:r>
          </a:p>
        </p:txBody>
      </p:sp>
    </p:spTree>
    <p:extLst>
      <p:ext uri="{BB962C8B-B14F-4D97-AF65-F5344CB8AC3E}">
        <p14:creationId xmlns:p14="http://schemas.microsoft.com/office/powerpoint/2010/main" val="1263688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64467-9B5A-46D2-AF99-2F54BB0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Platform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6FBFB-5F05-4104-A69E-1164760E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4AD97-AEBD-448C-BAEC-71B9B7CC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BloodConnect  |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5BB5A-59A6-4F6D-800F-9E044577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0CB78-AE16-495E-ACA0-67C7379F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098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Routes, forms, auth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94E6B-D154-4915-A827-D35C2D92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DE8BF-D645-49F2-B9F6-65EB2350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Spring Boot</a:t>
            </a:r>
          </a:p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Controllers, services, JWT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A9294-9341-4240-8AE5-20CA0A3C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5FC2E-D20C-41AB-815B-05598D7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PostgreSQL + Flyway</a:t>
            </a:r>
          </a:p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Persistence and migrations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35168-BEE3-4B48-8C0B-41E33480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19350"/>
            <a:ext cx="1571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25891-04CA-4145-BE67-56FFDEE1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138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4DAEA-A049-48E1-AE36-98F765D3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The frontend calls a secured API under /api. The backend keeps business rules out of the UI and persists core records through JPA.</a:t>
            </a:r>
          </a:p>
        </p:txBody>
      </p:sp>
    </p:spTree>
    <p:extLst>
      <p:ext uri="{BB962C8B-B14F-4D97-AF65-F5344CB8AC3E}">
        <p14:creationId xmlns:p14="http://schemas.microsoft.com/office/powerpoint/2010/main" val="521913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E0EFC-1A77-41B5-B5E5-8B6C9252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Frontend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D4D7E-264C-4FA7-A492-E74A736A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B0DC2-A33F-41E3-A0B5-B0AC632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BloodConnect  |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5E12F-B133-4E92-B42D-4960ED7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App.jsx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A6AF3-9C17-4DC3-A5D7-DD33216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Hydrates the Zustand authentication store and selects public or protected routes.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80FEF-21D8-477F-A36E-21543E80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C7A9F-B5C7-4ADD-BCCB-8044C3F4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Screens cover login, registration, request creation and tracking, donor registration, notifications and administration.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AEA86-E72C-422A-88ED-45528603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Service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32047-7EC7-4873-817B-AC3A6D9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Axios calls belong in frontend/src/services/api.js so endpoint configuration stays separate from view components.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63B49-21EF-4020-9999-D621EAFF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23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42335"/>
                </a:solidFill>
                <a:latin typeface="Arial"/>
                <a:ea typeface="Arial"/>
                <a:cs typeface="Arial"/>
              </a:rPr>
              <a:t>Routes are protected by the presence of an authenticated user.</a:t>
            </a:r>
          </a:p>
        </p:txBody>
      </p:sp>
    </p:spTree>
    <p:extLst>
      <p:ext uri="{BB962C8B-B14F-4D97-AF65-F5344CB8AC3E}">
        <p14:creationId xmlns:p14="http://schemas.microsoft.com/office/powerpoint/2010/main" val="758113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189D8-F7D8-4345-81CB-FDA7F86F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API endpoints and authentication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8831B-56B2-4E6C-BF37-9E9DBBCF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18D4B-A915-4140-9B88-43C836B5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BloodConnect  |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D4BA5-ECB2-4CE7-81CE-47BCA02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B0196-A058-4D13-B834-787F2F46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POST /api/auth/register</a:t>
            </a:r>
          </a:p>
          <a:p xmlns:a="http://schemas.openxmlformats.org/drawingml/2006/main">
            <a:pPr>
              <a:defRPr sz="13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POST /api/auth/login</a:t>
            </a:r>
          </a:p>
          <a:p xmlns:a="http://schemas.openxmlformats.org/drawingml/2006/main">
            <a:pPr>
              <a:defRPr sz="13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POST /api/auth/refresh</a:t>
            </a:r>
          </a:p>
          <a:p xmlns:a="http://schemas.openxmlformats.org/drawingml/2006/main">
            <a:pPr>
              <a:defRPr sz="13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GET /api/auth/health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D807D-7D78-458F-BBB5-242690E6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Blood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D3EEF-B022-4492-BDC6-4C3C650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4191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POST /api/blood-requests</a:t>
            </a:r>
          </a:p>
          <a:p xmlns:a="http://schemas.openxmlformats.org/drawingml/2006/main">
            <a:pPr>
              <a:defRPr sz="13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GET /api/blood-requests/{id}</a:t>
            </a:r>
          </a:p>
          <a:p xmlns:a="http://schemas.openxmlformats.org/drawingml/2006/main">
            <a:pPr>
              <a:defRPr sz="13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GET /api/blood-requests</a:t>
            </a:r>
          </a:p>
          <a:p xmlns:a="http://schemas.openxmlformats.org/drawingml/2006/main">
            <a:pPr>
              <a:defRPr sz="13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PATCH /api/blood-requests/{id}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DEE04-BD14-4CA6-BA8A-8B220BE7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23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42335"/>
                </a:solidFill>
                <a:latin typeface="Arial"/>
                <a:ea typeface="Arial"/>
                <a:cs typeface="Arial"/>
              </a:rPr>
              <a:t>The JWT filter identifies the caller. Controllers read the user ID and delegate validation and business rules to services.</a:t>
            </a:r>
          </a:p>
        </p:txBody>
      </p:sp>
    </p:spTree>
    <p:extLst>
      <p:ext uri="{BB962C8B-B14F-4D97-AF65-F5344CB8AC3E}">
        <p14:creationId xmlns:p14="http://schemas.microsoft.com/office/powerpoint/2010/main" val="6645878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B4D20-869E-4AC3-867F-56F07B54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Donor matching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60243-C209-4069-A88C-3B42239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5C6E1-5A31-4BA2-BAEB-3F9CA6B1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BloodConnect  |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78D0E-C0C4-49D6-821A-5CAD2660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1  Request created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CA55D-7A72-4998-8516-BB6EE458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Requested blood group, location and radius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B1577-E5BB-443F-91E8-F052CF03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2  Eligible donors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3C621-2403-40BC-88A6-DE54900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Verified + available + compatible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1F3D4-81B3-4410-A908-D68D8D5D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3  Nearby donors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03F01-4CF9-4163-A886-FCC54A3C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71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Haversine distance filter and proximity sort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01AE6-168C-4D14-8A74-F2ED5807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714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52445-6BA6-48B1-9932-690D4A5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714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D38FA-293B-4C5A-B4DE-10FDA231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MatchingService uses a compatibility map and an Earth radius of 6,371 km. For high volume, move radius search into a geospatial database query.</a:t>
            </a:r>
          </a:p>
        </p:txBody>
      </p:sp>
    </p:spTree>
    <p:extLst>
      <p:ext uri="{BB962C8B-B14F-4D97-AF65-F5344CB8AC3E}">
        <p14:creationId xmlns:p14="http://schemas.microsoft.com/office/powerpoint/2010/main" val="2075767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969FC-317F-4919-AB7E-6FB26EA3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Database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EF901-9868-401B-A33C-0DBFD868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CAC0F-B5B2-4E6C-8678-04701E6A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BloodConnect  |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849E8-5794-4314-B1FD-72B5E6DA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E7119-6D67-47AC-A208-7ADD255E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Identity, role, account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625EB-FB48-4BA6-BFC9-CE28EB7E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donor_profiles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EA2D8-07FC-4C83-9AE4-C05ADC4A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Eligibility, blood group,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8B3BB-11C1-4C71-A0E6-498B408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blood_requests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D5DC0-FB74-4709-95C3-2CB3BD07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2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Demand, urgency, location,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B6FE5-5100-415E-B74B-84D4946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66950"/>
            <a:ext cx="904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1514E-BE60-4DA7-A03B-E07595B5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D8D7A-B711-493D-B443-BF891E70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2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35"/>
                </a:solidFill>
                <a:latin typeface="Arial"/>
                <a:ea typeface="Arial"/>
                <a:cs typeface="Arial"/>
              </a:rPr>
              <a:t>donor_requests records each matched donor and response. notifications inform users. audit_logs retain an activity trail.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88D53-6ED4-4ECA-911A-6E840152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8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Flyway migration V1 creates tables and indexes. Add future changes as new migrations rather than modifying applied files.</a:t>
            </a:r>
          </a:p>
        </p:txBody>
      </p:sp>
    </p:spTree>
    <p:extLst>
      <p:ext uri="{BB962C8B-B14F-4D97-AF65-F5344CB8AC3E}">
        <p14:creationId xmlns:p14="http://schemas.microsoft.com/office/powerpoint/2010/main" val="905928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09B59-ACD0-4EE1-A198-81757EF8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Local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74AEC-C436-49DD-BB71-B316CD4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21BD3-56F3-49A7-B030-487965FA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BloodConnect  |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172F5-E5FB-48EB-A178-04672F7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Quick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8E03C-7F89-41A8-BD38-ACC58F0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42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2335"/>
                </a:solidFill>
                <a:latin typeface="Arial"/>
                <a:ea typeface="Arial"/>
                <a:cs typeface="Arial"/>
              </a:rPr>
              <a:t>docker compose up --build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5CED5-F3FD-4A92-9408-0B5E4416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49ACE-7DB4-49C9-A58C-D16CCCB7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Open http://localhost:3000 after the frontend container starts.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43AE4-0962-45C5-9C87-E9352D6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Health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2D360-BFEE-4AD7-A8F8-5E4EE4AE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Open http://localhost:8080/api/auth/health to verify the API.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7A9A6-700C-4EDD-8455-91EBECA0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198EC-6C3B-41A6-B67F-013BEA9D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Use DB_URL, DB_USERNAME, DB_PASSWORD and JWT_SECRET for environment-specific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970853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D6570-5873-408A-913B-C7FB5B5C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Production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6ADFA-A586-4612-BB99-061B0843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5DF36-1938-421F-931B-C2DA1B02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BloodConnect  |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E06A1-E612-4AF0-891C-A1FCCF49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Secrets and transport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FAA61-8AA4-4AB3-9478-8BC1E0C1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Replace default JWT secrets, use HTTPS and restrict CORS to real deployment origins.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C91A2-253A-450A-8A31-40D8E133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5AA3E-496B-45B7-8A06-FF5B5F4F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Cover registration, login, rejected tokens, request creation and donor matching with automated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B95B3-FAC6-4B72-AC10-940993D2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31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3157"/>
                </a:solidFill>
                <a:latin typeface="Arial"/>
                <a:ea typeface="Arial"/>
                <a:cs typeface="Arial"/>
              </a:rPr>
              <a:t>Scale and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4E1C7-713C-48D7-9A33-3D1FDBF1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Use geospatial database querying for growth. Get clinical and legal approval for blood compatibility and donor eligibility rules.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56428-DD93-4C4C-AAA0-A1C9F058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19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23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42335"/>
                </a:solidFill>
                <a:latin typeface="Arial"/>
                <a:ea typeface="Arial"/>
                <a:cs typeface="Arial"/>
              </a:rPr>
              <a:t>Engineering foundation complete. Operational validation remains essential before real-world deployment.</a:t>
            </a:r>
          </a:p>
        </p:txBody>
      </p:sp>
    </p:spTree>
    <p:extLst>
      <p:ext uri="{BB962C8B-B14F-4D97-AF65-F5344CB8AC3E}">
        <p14:creationId xmlns:p14="http://schemas.microsoft.com/office/powerpoint/2010/main" val="228875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2026-09-26T11:38:04.3000000Z</dcterms:created>
  <dcterms:modified xsi:type="dcterms:W3CDTF">2026-09-26T11:38:04.3000000Z</dcterms:modified>
</coreProperties>
</file>